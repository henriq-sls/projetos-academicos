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Source Code Pro"/>
      <p:regular r:id="rId11"/>
      <p:bold r:id="rId12"/>
      <p:italic r:id="rId13"/>
      <p:boldItalic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CodePro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SourceCodePro-italic.fntdata"/><Relationship Id="rId12" Type="http://schemas.openxmlformats.org/officeDocument/2006/relationships/font" Target="fonts/SourceCode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5" Type="http://schemas.openxmlformats.org/officeDocument/2006/relationships/font" Target="fonts/Oswald-regular.fntdata"/><Relationship Id="rId14" Type="http://schemas.openxmlformats.org/officeDocument/2006/relationships/font" Target="fonts/SourceCodePro-boldItalic.fntdata"/><Relationship Id="rId16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80d1ff_0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80d1f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/>
          <p:nvPr/>
        </p:nvSpPr>
        <p:spPr>
          <a:xfrm>
            <a:off x="3802893" y="551150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840D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Study Hub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3806690" y="1450851"/>
            <a:ext cx="1538100" cy="442500"/>
          </a:xfrm>
          <a:prstGeom prst="roundRect">
            <a:avLst>
              <a:gd fmla="val 0" name="adj"/>
            </a:avLst>
          </a:prstGeom>
          <a:solidFill>
            <a:srgbClr val="AC11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</a:rPr>
              <a:t>    </a:t>
            </a:r>
            <a:r>
              <a:rPr lang="pt-BR" sz="1700">
                <a:solidFill>
                  <a:srgbClr val="FFFFFF"/>
                </a:solidFill>
              </a:rPr>
              <a:t> Disciplinas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7396822" y="2350551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AC11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Introdução à Computação</a:t>
            </a:r>
            <a:endParaRPr sz="2200">
              <a:solidFill>
                <a:srgbClr val="FFFFFF"/>
              </a:solidFill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171550" y="235050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B61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Bootcamp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2030950" y="23505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B61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Lógica de Programação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3890350" y="23505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B61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Banco de Dados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5749750" y="23505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B61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Engenharia de Software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71550" y="3250228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E11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Atividades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2030812" y="32502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E11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Atividades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3890075" y="32502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E11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Atividades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5749362" y="32502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E11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Atividades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7483975" y="32502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E11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Atividades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171538" y="41499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E11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Criação do Portifolio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2038376" y="41499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E11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3893857" y="41499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E11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Entidades, Chaves, Relacionamentos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5749359" y="41499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E11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Métodos de Software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7483981" y="4149953"/>
            <a:ext cx="1363800" cy="442500"/>
          </a:xfrm>
          <a:prstGeom prst="roundRect">
            <a:avLst>
              <a:gd fmla="val 50000" name="adj"/>
            </a:avLst>
          </a:prstGeom>
          <a:solidFill>
            <a:srgbClr val="E11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Criação do Hardware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9" name="Google Shape;79;p13"/>
          <p:cNvCxnSpPr>
            <a:stCxn id="69" idx="2"/>
            <a:endCxn id="74" idx="0"/>
          </p:cNvCxnSpPr>
          <p:nvPr/>
        </p:nvCxnSpPr>
        <p:spPr>
          <a:xfrm>
            <a:off x="853450" y="3692728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3"/>
          <p:cNvCxnSpPr>
            <a:stCxn id="65" idx="2"/>
            <a:endCxn id="69" idx="0"/>
          </p:cNvCxnSpPr>
          <p:nvPr/>
        </p:nvCxnSpPr>
        <p:spPr>
          <a:xfrm>
            <a:off x="853450" y="2793003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3"/>
          <p:cNvCxnSpPr>
            <a:stCxn id="66" idx="2"/>
            <a:endCxn id="70" idx="0"/>
          </p:cNvCxnSpPr>
          <p:nvPr/>
        </p:nvCxnSpPr>
        <p:spPr>
          <a:xfrm>
            <a:off x="2712850" y="2793053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3"/>
          <p:cNvCxnSpPr>
            <a:stCxn id="70" idx="2"/>
            <a:endCxn id="75" idx="0"/>
          </p:cNvCxnSpPr>
          <p:nvPr/>
        </p:nvCxnSpPr>
        <p:spPr>
          <a:xfrm>
            <a:off x="2712712" y="3692753"/>
            <a:ext cx="75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3"/>
          <p:cNvCxnSpPr>
            <a:stCxn id="67" idx="2"/>
            <a:endCxn id="71" idx="0"/>
          </p:cNvCxnSpPr>
          <p:nvPr/>
        </p:nvCxnSpPr>
        <p:spPr>
          <a:xfrm flipH="1">
            <a:off x="4571950" y="2793053"/>
            <a:ext cx="3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3"/>
          <p:cNvCxnSpPr>
            <a:stCxn id="71" idx="2"/>
            <a:endCxn id="76" idx="0"/>
          </p:cNvCxnSpPr>
          <p:nvPr/>
        </p:nvCxnSpPr>
        <p:spPr>
          <a:xfrm>
            <a:off x="4571975" y="3692753"/>
            <a:ext cx="39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3"/>
          <p:cNvCxnSpPr>
            <a:stCxn id="68" idx="2"/>
            <a:endCxn id="72" idx="0"/>
          </p:cNvCxnSpPr>
          <p:nvPr/>
        </p:nvCxnSpPr>
        <p:spPr>
          <a:xfrm flipH="1">
            <a:off x="6431350" y="2793053"/>
            <a:ext cx="3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3"/>
          <p:cNvCxnSpPr>
            <a:stCxn id="72" idx="2"/>
            <a:endCxn id="77" idx="0"/>
          </p:cNvCxnSpPr>
          <p:nvPr/>
        </p:nvCxnSpPr>
        <p:spPr>
          <a:xfrm>
            <a:off x="6431262" y="3692753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3"/>
          <p:cNvCxnSpPr>
            <a:stCxn id="73" idx="2"/>
            <a:endCxn id="78" idx="0"/>
          </p:cNvCxnSpPr>
          <p:nvPr/>
        </p:nvCxnSpPr>
        <p:spPr>
          <a:xfrm>
            <a:off x="8165875" y="3692753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3"/>
          <p:cNvCxnSpPr>
            <a:stCxn id="62" idx="2"/>
            <a:endCxn id="63" idx="0"/>
          </p:cNvCxnSpPr>
          <p:nvPr/>
        </p:nvCxnSpPr>
        <p:spPr>
          <a:xfrm>
            <a:off x="4571943" y="993650"/>
            <a:ext cx="39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3"/>
          <p:cNvCxnSpPr>
            <a:stCxn id="63" idx="2"/>
            <a:endCxn id="67" idx="0"/>
          </p:cNvCxnSpPr>
          <p:nvPr/>
        </p:nvCxnSpPr>
        <p:spPr>
          <a:xfrm flipH="1">
            <a:off x="4572140" y="1893351"/>
            <a:ext cx="36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3"/>
          <p:cNvCxnSpPr>
            <a:stCxn id="63" idx="3"/>
            <a:endCxn id="64" idx="0"/>
          </p:cNvCxnSpPr>
          <p:nvPr/>
        </p:nvCxnSpPr>
        <p:spPr>
          <a:xfrm>
            <a:off x="5344790" y="1672101"/>
            <a:ext cx="2821200" cy="6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3"/>
          <p:cNvCxnSpPr>
            <a:stCxn id="63" idx="3"/>
            <a:endCxn id="68" idx="0"/>
          </p:cNvCxnSpPr>
          <p:nvPr/>
        </p:nvCxnSpPr>
        <p:spPr>
          <a:xfrm>
            <a:off x="5344790" y="1672101"/>
            <a:ext cx="1086900" cy="6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3"/>
          <p:cNvCxnSpPr>
            <a:stCxn id="63" idx="1"/>
            <a:endCxn id="66" idx="0"/>
          </p:cNvCxnSpPr>
          <p:nvPr/>
        </p:nvCxnSpPr>
        <p:spPr>
          <a:xfrm flipH="1">
            <a:off x="2712890" y="1672101"/>
            <a:ext cx="1093800" cy="6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3"/>
          <p:cNvCxnSpPr>
            <a:stCxn id="63" idx="1"/>
            <a:endCxn id="65" idx="0"/>
          </p:cNvCxnSpPr>
          <p:nvPr/>
        </p:nvCxnSpPr>
        <p:spPr>
          <a:xfrm flipH="1">
            <a:off x="853490" y="1672101"/>
            <a:ext cx="2953200" cy="67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